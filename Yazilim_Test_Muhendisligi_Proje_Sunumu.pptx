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Yazılım Test Mühendisliği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EC0"/>
                </a:solidFill>
                <a:latin typeface="Calibri"/>
              </a:rPr>
              <a:t>Servis Otomatik Regresyon Testi Proje Sunumu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593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02336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Volkan OSKAN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07408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EC0"/>
                </a:solidFill>
                <a:latin typeface="Calibri"/>
              </a:rPr>
              <a:t>233405079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BOLU ABANT İZZET BAYSAL ÜNİVERSİTESİ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Yazılım Testi ve Otomasyon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Yazılım test mühendisliği, modern geliştirme döngüsünde hataları kullanıcıya ulaşmadan tespit etmeyi hedefler.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Manuel olarak yürütülmesi uzun saatler alan senaryolar, otomasyon araçları ile saniyeler içinde test edilebilir.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Bu projede, örnek bir API servisi için kapsamlı bir Otomatik Regresyon Paketi hazırlanmıştır.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🔍  Test Otomasyonu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  <a:latin typeface="Calibri"/>
              </a:rPr>
              <a:t>Hızlı  •  Güvenilir  •  Tekrarlanabilir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Her build'de otomatik çalışır
✓  İnsan hatasını ortadan kaldırır
✓  Sonuçlar anında raporlanır
✓  CI/CD ile entegre çalışır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Regresyon Kontrol Adımları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4D8"/>
                </a:solidFill>
                <a:latin typeface="Calibri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HTTP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971800"/>
            <a:ext cx="2103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EC0"/>
                </a:solidFill>
                <a:latin typeface="Calibri"/>
              </a:rPr>
              <a:t>Sunucunun isteği doğru karşılayıp karşılamadığı (200 OK, 201 Created) sistem seviyesinde analiz edilip doğrulanır.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356616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4D8"/>
                </a:solidFill>
                <a:latin typeface="Calibri"/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377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Response Body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2971800"/>
            <a:ext cx="2103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089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EC0"/>
                </a:solidFill>
                <a:latin typeface="Calibri"/>
              </a:rPr>
              <a:t>JSON formatında dönen çıktı, projede beklenen şema yapısı ile birebir eşleşip eşleşmediğine göre kontrol edilir.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280160"/>
            <a:ext cx="356616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4D8"/>
                </a:solidFill>
                <a:latin typeface="Calibri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377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Süre (SLA) Kontrolü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2971800"/>
            <a:ext cx="2103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31089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EC0"/>
                </a:solidFill>
                <a:latin typeface="Calibri"/>
              </a:rPr>
              <a:t>Sistemin yanıt süresinin belirlenen milisaniye eşiğinin (3000ms) altında kalması sağlanarak performans testi uygulanır.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 Senaryoları — ApiTestleri.java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Kontroller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Sonuç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11430000" cy="8046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64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647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GET /posts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7647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Calibri"/>
              </a:rPr>
              <a:t>200 OK  |  100 kayıt  |  alan varlığı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7647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✅ GEÇTİ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11430000" cy="804672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334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334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GET /posts/1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334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Calibri"/>
              </a:rPr>
              <a:t>200 OK  |  id=1  |  title &amp; body dolu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✅ GEÇTİ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11430000" cy="8046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021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02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GET süre kontrolü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502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Calibri"/>
              </a:rPr>
              <a:t>200 OK  |  yanıt &lt; 3000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5021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✅ GEÇTİ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06240"/>
            <a:ext cx="11430000" cy="804672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70831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37083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POST /posts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70831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Calibri"/>
              </a:rPr>
              <a:t>201 Created  |  id atandı  |  title yansıdı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370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✅ GEÇTİ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11430000" cy="8046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395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Test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395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POST süre kontrolü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239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Calibri"/>
              </a:rPr>
              <a:t>201 Created  |  yanıt &lt; 3000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2395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✅ GEÇTİ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Yapay Zeka Destekli Test Mühendisliği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Geleceğin Standartları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Gelişmiş yapay zeka algoritmaları, statik kod analizlerinden elde ettikleri verilerle en kırılgan sistem noktalarını belirleyerek otomatik test senaryoları üretebilmektedir.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Self-Healing (Kendini Onaran) mekanizmalar, arayüzde veya servis uçlarında meydana gelen ufak kod değişikliklerini algılar ve testin başarısız olmasını engelleyerek kodu otomatik revize eder.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71600"/>
            <a:ext cx="219456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🤖  Otomatik test üretimi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371600"/>
            <a:ext cx="219456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🔍  Akıllı hata tespiti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383280"/>
            <a:ext cx="219456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886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⚡  Hızlı kapsam artışı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383280"/>
            <a:ext cx="219456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3886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🔄  Self-Healing testler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Kullanılan Teknolojiler (Tech Stack)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Java &amp; Maven Altyapısı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Proje, nesne yönelimli programlama standartlarına tam uyumlu Java 11+ kullanılarak geliştirilmiştir. Bağımlılık yönetimi ve proje derleme süreçleri için Maven tercih edilmiş, pom.xml üzerinden tüm kütüphaneler versiyonlanmıştır.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486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Rest Assured &amp; JUnit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API isteklerini taklit edip cevapları parse etmek için Rest Assured kütüphanesi kullanıldı. Test koşulları, yaşam döngüsü yönetimi ve kod içi doğrulamalar (assertions) tamamen yeni nesil JUnit 5 mimarisi üzerine inşa edildi.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881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74903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🔗  github.com/VolkanOskan/rest-assured-regression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